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6.png" ContentType="image/png"/>
  <Override PartName="/ppt/media/image2.jpeg" ContentType="image/jpeg"/>
  <Override PartName="/ppt/media/image4.png" ContentType="image/png"/>
  <Override PartName="/ppt/media/image3.png" ContentType="image/png"/>
  <Override PartName="/ppt/media/image5.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4" name="PlaceHolder 1"/>
          <p:cNvSpPr>
            <a:spLocks noGrp="1"/>
          </p:cNvSpPr>
          <p:nvPr>
            <p:ph type="title"/>
          </p:nvPr>
        </p:nvSpPr>
        <p:spPr>
          <a:xfrm>
            <a:off x="228600" y="229320"/>
            <a:ext cx="6103800" cy="1445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3">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2" name="PlaceHolder 1"/>
          <p:cNvSpPr>
            <a:spLocks noGrp="1"/>
          </p:cNvSpPr>
          <p:nvPr>
            <p:ph type="title"/>
          </p:nvPr>
        </p:nvSpPr>
        <p:spPr>
          <a:xfrm>
            <a:off x="228600" y="229320"/>
            <a:ext cx="6103800" cy="1445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5" name="PlaceHolder 1"/>
          <p:cNvSpPr>
            <a:spLocks noGrp="1"/>
          </p:cNvSpPr>
          <p:nvPr>
            <p:ph type="title"/>
          </p:nvPr>
        </p:nvSpPr>
        <p:spPr>
          <a:xfrm>
            <a:off x="228600" y="229320"/>
            <a:ext cx="6103800" cy="1445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4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0" name="PlaceHolder 1"/>
          <p:cNvSpPr>
            <a:spLocks noGrp="1"/>
          </p:cNvSpPr>
          <p:nvPr>
            <p:ph type="title"/>
          </p:nvPr>
        </p:nvSpPr>
        <p:spPr>
          <a:xfrm>
            <a:off x="228600" y="229320"/>
            <a:ext cx="6103800" cy="14454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0"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642D35C6-D0DF-431E-B537-62D89B2B4668}" type="slidenum">
              <a:rPr b="0" lang="en" sz="1000" spc="-1" strike="noStrike">
                <a:solidFill>
                  <a:srgbClr val="2b292a"/>
                </a:solidFill>
                <a:latin typeface="Albert Sans"/>
                <a:ea typeface="Albert Sans"/>
              </a:rPr>
              <a:t>&lt;number&gt;</a:t>
            </a:fld>
            <a:endParaRPr b="0" lang="en-US" sz="1000" spc="-1" strike="noStrike">
              <a:solidFill>
                <a:srgbClr val="ffffff"/>
              </a:solidFill>
              <a:latin typeface="OpenSymbol"/>
            </a:endParaRPr>
          </a:p>
        </p:txBody>
      </p:sp>
      <p:sp>
        <p:nvSpPr>
          <p:cNvPr id="1" name="PlaceHolder 1"/>
          <p:cNvSpPr>
            <a:spLocks noGrp="1"/>
          </p:cNvSpPr>
          <p:nvPr>
            <p:ph type="body"/>
          </p:nvPr>
        </p:nvSpPr>
        <p:spPr>
          <a:xfrm>
            <a:off x="4871160" y="264600"/>
            <a:ext cx="3985920" cy="46141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 name="PlaceHolder 2"/>
          <p:cNvSpPr>
            <a:spLocks noGrp="1"/>
          </p:cNvSpPr>
          <p:nvPr>
            <p:ph type="title"/>
          </p:nvPr>
        </p:nvSpPr>
        <p:spPr>
          <a:xfrm>
            <a:off x="228600" y="340920"/>
            <a:ext cx="4463280" cy="2287800"/>
          </a:xfrm>
          <a:prstGeom prst="rect">
            <a:avLst/>
          </a:prstGeom>
          <a:noFill/>
          <a:ln w="0">
            <a:noFill/>
          </a:ln>
        </p:spPr>
        <p:txBody>
          <a:bodyPr lIns="91440" rIns="91440" tIns="91440" bIns="91440" anchor="b">
            <a:noAutofit/>
          </a:bodyPr>
          <a:p>
            <a:pPr indent="0">
              <a:buNone/>
            </a:pPr>
            <a:r>
              <a:rPr b="0" lang="fr-FR" sz="7200" spc="-1" strike="noStrike">
                <a:solidFill>
                  <a:schemeClr val="dk1"/>
                </a:solidFill>
                <a:latin typeface="Arial"/>
              </a:rPr>
              <a:t>Click to edit the title text format</a:t>
            </a:r>
            <a:endParaRPr b="0" lang="fr-FR" sz="7200" spc="-1" strike="noStrike">
              <a:solidFill>
                <a:schemeClr val="dk1"/>
              </a:solidFill>
              <a:latin typeface="Arial"/>
            </a:endParaRPr>
          </a:p>
        </p:txBody>
      </p:sp>
      <p:sp>
        <p:nvSpPr>
          <p:cNvPr id="3" name="Google Shape;13;p2"/>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83E0F9EF-8C5E-4A5B-9EB0-29B3A11F5B4E}" type="slidenum">
              <a:rPr b="0" lang="en" sz="1000" spc="-1" strike="noStrike">
                <a:solidFill>
                  <a:srgbClr val="2b292a"/>
                </a:solidFill>
                <a:latin typeface="Albert Sans"/>
                <a:ea typeface="Albert Sans"/>
              </a:rPr>
              <a:t>&lt;number&gt;</a:t>
            </a:fld>
            <a:endParaRPr b="0" lang="en-US" sz="10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753086BE-F5DF-4143-8F64-DE51F169CD53}"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7" name="PlaceHolder 1"/>
          <p:cNvSpPr>
            <a:spLocks noGrp="1"/>
          </p:cNvSpPr>
          <p:nvPr>
            <p:ph type="title"/>
          </p:nvPr>
        </p:nvSpPr>
        <p:spPr>
          <a:xfrm>
            <a:off x="1284120" y="1349640"/>
            <a:ext cx="6575760" cy="137844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dk1"/>
                </a:solidFill>
                <a:latin typeface="Bayon"/>
                <a:ea typeface="Bayon"/>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0D03D343-A258-49D1-AD37-317B9708BFCE}"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9"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5B45F477-CD1B-41F3-A3D4-D3A2ABB5AD6F}" type="slidenum">
              <a:rPr b="0" lang="en" sz="1000" spc="-1" strike="noStrike">
                <a:solidFill>
                  <a:srgbClr val="2b292a"/>
                </a:solidFill>
                <a:latin typeface="Albert Sans"/>
                <a:ea typeface="Albert Sans"/>
              </a:rPr>
              <a:t>&lt;number&gt;</a:t>
            </a:fld>
            <a:endParaRPr b="0" lang="en-US" sz="1000" spc="-1" strike="noStrike">
              <a:solidFill>
                <a:srgbClr val="ffffff"/>
              </a:solidFill>
              <a:latin typeface="OpenSymbol"/>
            </a:endParaRPr>
          </a:p>
        </p:txBody>
      </p:sp>
      <p:sp>
        <p:nvSpPr>
          <p:cNvPr id="10" name="PlaceHolder 1"/>
          <p:cNvSpPr>
            <a:spLocks noGrp="1"/>
          </p:cNvSpPr>
          <p:nvPr>
            <p:ph type="title"/>
          </p:nvPr>
        </p:nvSpPr>
        <p:spPr>
          <a:xfrm>
            <a:off x="771120" y="1870920"/>
            <a:ext cx="7601400" cy="1401480"/>
          </a:xfrm>
          <a:prstGeom prst="rect">
            <a:avLst/>
          </a:prstGeom>
          <a:noFill/>
          <a:ln w="0">
            <a:noFill/>
          </a:ln>
        </p:spPr>
        <p:txBody>
          <a:bodyPr lIns="91440" rIns="91440" tIns="91440" bIns="91440" anchor="b">
            <a:noAutofit/>
          </a:bodyPr>
          <a:p>
            <a:pPr indent="0">
              <a:buNone/>
            </a:pPr>
            <a:r>
              <a:rPr b="0" lang="fr-FR" sz="8400" spc="-1" strike="noStrike">
                <a:solidFill>
                  <a:schemeClr val="dk1"/>
                </a:solidFill>
                <a:latin typeface="Arial"/>
              </a:rPr>
              <a:t>Click to edit the title text format</a:t>
            </a:r>
            <a:endParaRPr b="0" lang="fr-FR" sz="8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3075E962-9B64-4DC5-B256-0FA3F16D44C9}"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12" name="PlaceHolder 1"/>
          <p:cNvSpPr>
            <a:spLocks noGrp="1"/>
          </p:cNvSpPr>
          <p:nvPr>
            <p:ph type="title"/>
          </p:nvPr>
        </p:nvSpPr>
        <p:spPr>
          <a:xfrm>
            <a:off x="503280" y="268200"/>
            <a:ext cx="8137080" cy="604800"/>
          </a:xfrm>
          <a:prstGeom prst="rect">
            <a:avLst/>
          </a:prstGeom>
          <a:noFill/>
          <a:ln w="0">
            <a:noFill/>
          </a:ln>
        </p:spPr>
        <p:txBody>
          <a:bodyPr lIns="91440" rIns="91440" tIns="91440" bIns="91440" anchor="t">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5F7BB884-185D-4FBA-8116-6839651C879E}"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15" name="PlaceHolder 1"/>
          <p:cNvSpPr>
            <a:spLocks noGrp="1"/>
          </p:cNvSpPr>
          <p:nvPr>
            <p:ph type="title"/>
          </p:nvPr>
        </p:nvSpPr>
        <p:spPr>
          <a:xfrm>
            <a:off x="228600" y="167760"/>
            <a:ext cx="8628120" cy="884880"/>
          </a:xfrm>
          <a:prstGeom prst="rect">
            <a:avLst/>
          </a:prstGeom>
          <a:noFill/>
          <a:ln w="0">
            <a:noFill/>
          </a:ln>
        </p:spPr>
        <p:txBody>
          <a:bodyPr lIns="91440" rIns="91440" tIns="91440" bIns="91440" anchor="b">
            <a:noAutofit/>
          </a:bodyPr>
          <a:p>
            <a:pPr indent="0">
              <a:buNone/>
            </a:pPr>
            <a:r>
              <a:rPr b="0" lang="fr-FR" sz="3500" spc="-1" strike="noStrike">
                <a:solidFill>
                  <a:schemeClr val="dk1"/>
                </a:solidFill>
                <a:latin typeface="Arial"/>
              </a:rPr>
              <a:t>Click to edit the title text format</a:t>
            </a:r>
            <a:endParaRPr b="0" lang="fr-FR" sz="3500" spc="-1" strike="noStrike">
              <a:solidFill>
                <a:schemeClr val="dk1"/>
              </a:solidFill>
              <a:latin typeface="Arial"/>
            </a:endParaRPr>
          </a:p>
        </p:txBody>
      </p:sp>
      <p:sp>
        <p:nvSpPr>
          <p:cNvPr id="16" name="PlaceHolder 2"/>
          <p:cNvSpPr>
            <a:spLocks noGrp="1"/>
          </p:cNvSpPr>
          <p:nvPr>
            <p:ph type="body"/>
          </p:nvPr>
        </p:nvSpPr>
        <p:spPr>
          <a:xfrm>
            <a:off x="4871160" y="1153440"/>
            <a:ext cx="3985920" cy="37249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2DECE279-69E2-4086-8022-3CBFED639EA9}"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18" name="PlaceHolder 1"/>
          <p:cNvSpPr>
            <a:spLocks noGrp="1"/>
          </p:cNvSpPr>
          <p:nvPr>
            <p:ph type="title"/>
          </p:nvPr>
        </p:nvSpPr>
        <p:spPr>
          <a:xfrm>
            <a:off x="228600" y="810360"/>
            <a:ext cx="3620520" cy="3522240"/>
          </a:xfrm>
          <a:prstGeom prst="rect">
            <a:avLst/>
          </a:prstGeom>
          <a:noFill/>
          <a:ln w="0">
            <a:noFill/>
          </a:ln>
        </p:spPr>
        <p:txBody>
          <a:bodyPr lIns="91440" rIns="91440" tIns="91440" bIns="91440" anchor="t">
            <a:noAutofit/>
          </a:bodyPr>
          <a:p>
            <a:pPr indent="0">
              <a:buNone/>
            </a:pPr>
            <a:r>
              <a:rPr b="0" lang="fr-FR" sz="5300" spc="-1" strike="noStrike">
                <a:solidFill>
                  <a:schemeClr val="dk1"/>
                </a:solidFill>
                <a:latin typeface="Arial"/>
              </a:rPr>
              <a:t>Click to edit the title text format</a:t>
            </a:r>
            <a:endParaRPr b="0" lang="fr-FR" sz="5300" spc="-1" strike="noStrike">
              <a:solidFill>
                <a:schemeClr val="dk1"/>
              </a:solidFill>
              <a:latin typeface="Arial"/>
            </a:endParaRPr>
          </a:p>
        </p:txBody>
      </p:sp>
      <p:sp>
        <p:nvSpPr>
          <p:cNvPr id="19" name="PlaceHolder 2"/>
          <p:cNvSpPr>
            <a:spLocks noGrp="1"/>
          </p:cNvSpPr>
          <p:nvPr>
            <p:ph type="body"/>
          </p:nvPr>
        </p:nvSpPr>
        <p:spPr>
          <a:xfrm>
            <a:off x="7303320" y="264600"/>
            <a:ext cx="1535760" cy="2705760"/>
          </a:xfrm>
          <a:prstGeom prst="rect">
            <a:avLst/>
          </a:prstGeom>
          <a:noFill/>
          <a:ln w="0">
            <a:noFill/>
          </a:ln>
        </p:spPr>
        <p:txBody>
          <a:bodyPr lIns="90000" rIns="90000" tIns="45000" bIns="45000" anchor="t">
            <a:normAutofit fontScale="12222"/>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0" name="PlaceHolder 3"/>
          <p:cNvSpPr>
            <a:spLocks noGrp="1"/>
          </p:cNvSpPr>
          <p:nvPr>
            <p:ph type="body"/>
          </p:nvPr>
        </p:nvSpPr>
        <p:spPr>
          <a:xfrm>
            <a:off x="4174200" y="264600"/>
            <a:ext cx="3092760" cy="2705760"/>
          </a:xfrm>
          <a:prstGeom prst="rect">
            <a:avLst/>
          </a:prstGeom>
          <a:noFill/>
          <a:ln w="0">
            <a:noFill/>
          </a:ln>
        </p:spPr>
        <p:txBody>
          <a:bodyPr lIns="90000" rIns="90000" tIns="45000" bIns="45000" anchor="t">
            <a:normAutofit fontScale="37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1" name="PlaceHolder 4"/>
          <p:cNvSpPr>
            <a:spLocks noGrp="1"/>
          </p:cNvSpPr>
          <p:nvPr>
            <p:ph type="body"/>
          </p:nvPr>
        </p:nvSpPr>
        <p:spPr>
          <a:xfrm>
            <a:off x="4164120" y="3003480"/>
            <a:ext cx="4674960" cy="1875240"/>
          </a:xfrm>
          <a:prstGeom prst="rect">
            <a:avLst/>
          </a:prstGeom>
          <a:noFill/>
          <a:ln w="0">
            <a:noFill/>
          </a:ln>
        </p:spPr>
        <p:txBody>
          <a:bodyPr lIns="90000" rIns="90000" tIns="45000" bIns="45000" anchor="t">
            <a:normAutofit fontScale="87222"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389F1F49-9E6D-46C4-B80A-B2835817A987}"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23" name="PlaceHolder 1"/>
          <p:cNvSpPr>
            <a:spLocks noGrp="1"/>
          </p:cNvSpPr>
          <p:nvPr>
            <p:ph type="title"/>
          </p:nvPr>
        </p:nvSpPr>
        <p:spPr>
          <a:xfrm>
            <a:off x="304560" y="3845160"/>
            <a:ext cx="8112240" cy="950400"/>
          </a:xfrm>
          <a:prstGeom prst="rect">
            <a:avLst/>
          </a:prstGeom>
          <a:noFill/>
          <a:ln w="0">
            <a:noFill/>
          </a:ln>
        </p:spPr>
        <p:txBody>
          <a:bodyPr lIns="91440" rIns="91440" tIns="91440" bIns="91440" anchor="t">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24" name="PlaceHolder 2"/>
          <p:cNvSpPr>
            <a:spLocks noGrp="1"/>
          </p:cNvSpPr>
          <p:nvPr>
            <p:ph type="title"/>
          </p:nvPr>
        </p:nvSpPr>
        <p:spPr>
          <a:xfrm>
            <a:off x="7445160" y="264600"/>
            <a:ext cx="1332360" cy="109368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lt1"/>
                </a:solidFill>
                <a:latin typeface="Bayon"/>
                <a:ea typeface="Bayon"/>
              </a:rPr>
              <a:t>xx%</a:t>
            </a:r>
            <a:endParaRPr b="0" lang="fr-FR" sz="6000" spc="-1" strike="noStrike">
              <a:solidFill>
                <a:schemeClr val="dk1"/>
              </a:solidFill>
              <a:latin typeface="Arial"/>
            </a:endParaRPr>
          </a:p>
        </p:txBody>
      </p:sp>
      <p:sp>
        <p:nvSpPr>
          <p:cNvPr id="25" name="PlaceHolder 3"/>
          <p:cNvSpPr>
            <a:spLocks noGrp="1"/>
          </p:cNvSpPr>
          <p:nvPr>
            <p:ph type="body"/>
          </p:nvPr>
        </p:nvSpPr>
        <p:spPr>
          <a:xfrm>
            <a:off x="304560" y="264600"/>
            <a:ext cx="8532000" cy="35802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36D1DC5A-6C6F-4B42-AA4B-5BEFB3372D2C}"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27" name="PlaceHolder 1"/>
          <p:cNvSpPr>
            <a:spLocks noGrp="1"/>
          </p:cNvSpPr>
          <p:nvPr>
            <p:ph type="body"/>
          </p:nvPr>
        </p:nvSpPr>
        <p:spPr>
          <a:xfrm>
            <a:off x="-6840" y="-360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8" name="PlaceHolder 2"/>
          <p:cNvSpPr>
            <a:spLocks noGrp="1"/>
          </p:cNvSpPr>
          <p:nvPr>
            <p:ph type="title"/>
          </p:nvPr>
        </p:nvSpPr>
        <p:spPr>
          <a:xfrm>
            <a:off x="5892120" y="389520"/>
            <a:ext cx="2957400" cy="461520"/>
          </a:xfrm>
          <a:prstGeom prst="rect">
            <a:avLst/>
          </a:prstGeom>
          <a:solidFill>
            <a:schemeClr val="accent2"/>
          </a:solidFill>
          <a:ln w="0">
            <a:noFill/>
          </a:ln>
        </p:spPr>
        <p:txBody>
          <a:bodyPr lIns="91440" rIns="91440" tIns="91440" bIns="91440" anchor="ctr">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8A2E3FFD-AEE9-4C76-9997-4FDB5E2A1B28}"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30" name="PlaceHolder 1"/>
          <p:cNvSpPr>
            <a:spLocks noGrp="1"/>
          </p:cNvSpPr>
          <p:nvPr>
            <p:ph type="title"/>
          </p:nvPr>
        </p:nvSpPr>
        <p:spPr>
          <a:xfrm>
            <a:off x="228600" y="229320"/>
            <a:ext cx="6103800" cy="1445400"/>
          </a:xfrm>
          <a:prstGeom prst="rect">
            <a:avLst/>
          </a:prstGeom>
          <a:noFill/>
          <a:ln w="0">
            <a:noFill/>
          </a:ln>
        </p:spPr>
        <p:txBody>
          <a:bodyPr lIns="91440" rIns="91440" tIns="91440" bIns="91440" anchor="b">
            <a:noAutofit/>
          </a:bodyPr>
          <a:p>
            <a:pPr indent="0">
              <a:buNone/>
            </a:pPr>
            <a:r>
              <a:rPr b="0" lang="fr-FR" sz="8200" spc="-1" strike="noStrike">
                <a:solidFill>
                  <a:schemeClr val="dk1"/>
                </a:solidFill>
                <a:latin typeface="Arial"/>
              </a:rPr>
              <a:t>Click to edit the title text format</a:t>
            </a:r>
            <a:endParaRPr b="0" lang="fr-FR" sz="8200" spc="-1" strike="noStrike">
              <a:solidFill>
                <a:schemeClr val="dk1"/>
              </a:solidFill>
              <a:latin typeface="Arial"/>
            </a:endParaRPr>
          </a:p>
        </p:txBody>
      </p:sp>
      <p:sp>
        <p:nvSpPr>
          <p:cNvPr id="31" name="Google Shape;66;p19"/>
          <p:cNvSpPr/>
          <p:nvPr/>
        </p:nvSpPr>
        <p:spPr>
          <a:xfrm>
            <a:off x="3969720" y="375732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200" spc="-1" strike="noStrike">
                <a:solidFill>
                  <a:schemeClr val="dk1"/>
                </a:solidFill>
                <a:latin typeface="Albert Sans"/>
                <a:ea typeface="Albert Sans"/>
              </a:rPr>
              <a:t>CREDITS:</a:t>
            </a:r>
            <a:r>
              <a:rPr b="0" lang="en" sz="1200" spc="-1" strike="noStrike">
                <a:solidFill>
                  <a:schemeClr val="dk1"/>
                </a:solidFill>
                <a:latin typeface="Albert Sans"/>
                <a:ea typeface="Albert Sans"/>
              </a:rPr>
              <a:t> This presentation template was created by </a:t>
            </a:r>
            <a:r>
              <a:rPr b="1" lang="en" sz="1200" spc="-1" strike="noStrike" u="sng">
                <a:solidFill>
                  <a:schemeClr val="hlink"/>
                </a:solidFill>
                <a:uFillTx/>
                <a:latin typeface="Albert Sans"/>
                <a:ea typeface="Albert Sans"/>
                <a:hlinkClick r:id="rId2"/>
              </a:rPr>
              <a:t>Slidesgo</a:t>
            </a:r>
            <a:r>
              <a:rPr b="0" lang="en" sz="1200" spc="-1" strike="noStrike">
                <a:solidFill>
                  <a:schemeClr val="dk1"/>
                </a:solidFill>
                <a:latin typeface="Albert Sans"/>
                <a:ea typeface="Albert Sans"/>
              </a:rPr>
              <a:t>, and includes icons, and infographics &amp; images by </a:t>
            </a:r>
            <a:r>
              <a:rPr b="1" lang="en" sz="1200" spc="-1" strike="noStrike" u="sng">
                <a:solidFill>
                  <a:schemeClr val="dk1"/>
                </a:solidFill>
                <a:uFillTx/>
                <a:latin typeface="Albert Sans"/>
                <a:ea typeface="Albert Sans"/>
                <a:hlinkClick r:id="rId3"/>
              </a:rPr>
              <a:t>Freepik</a:t>
            </a:r>
            <a:r>
              <a:rPr b="0" lang="en" sz="1200" spc="-1" strike="noStrike" u="sng">
                <a:solidFill>
                  <a:schemeClr val="dk1"/>
                </a:solidFill>
                <a:uFillTx/>
                <a:latin typeface="Albert Sans"/>
                <a:ea typeface="Albert Sans"/>
              </a:rPr>
              <a:t> </a:t>
            </a:r>
            <a:endParaRPr b="0" lang="en-US" sz="1200" spc="-1" strike="noStrike">
              <a:solidFill>
                <a:srgbClr val="000000"/>
              </a:solidFill>
              <a:latin typeface="OpenSymbol"/>
            </a:endParaRP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33"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A71C170A-589B-4B7F-A7CC-EDD7DBB0F711}" type="slidenum">
              <a:rPr b="0" lang="en" sz="1000" spc="-1" strike="noStrike">
                <a:solidFill>
                  <a:srgbClr val="2b292a"/>
                </a:solidFill>
                <a:latin typeface="Albert Sans"/>
                <a:ea typeface="Albert Sans"/>
              </a:rPr>
              <a:t>&lt;number&gt;</a:t>
            </a:fld>
            <a:endParaRPr b="0" lang="en-US" sz="10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5584BE33-73E7-42DA-86DA-F49A1983E35D}"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35" name="PlaceHolder 1"/>
          <p:cNvSpPr>
            <a:spLocks noGrp="1"/>
          </p:cNvSpPr>
          <p:nvPr>
            <p:ph type="body"/>
          </p:nvPr>
        </p:nvSpPr>
        <p:spPr>
          <a:xfrm>
            <a:off x="313920" y="268200"/>
            <a:ext cx="4262040" cy="46609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36" name="PlaceHolder 2"/>
          <p:cNvSpPr>
            <a:spLocks noGrp="1"/>
          </p:cNvSpPr>
          <p:nvPr>
            <p:ph type="title"/>
          </p:nvPr>
        </p:nvSpPr>
        <p:spPr>
          <a:xfrm>
            <a:off x="4941360" y="268200"/>
            <a:ext cx="3802320" cy="3055320"/>
          </a:xfrm>
          <a:prstGeom prst="rect">
            <a:avLst/>
          </a:prstGeom>
          <a:noFill/>
          <a:ln w="0">
            <a:noFill/>
          </a:ln>
        </p:spPr>
        <p:txBody>
          <a:bodyPr lIns="91440" rIns="91440" tIns="91440" bIns="91440" anchor="t">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37" name="PlaceHolder 3"/>
          <p:cNvSpPr>
            <a:spLocks noGrp="1"/>
          </p:cNvSpPr>
          <p:nvPr>
            <p:ph type="title"/>
          </p:nvPr>
        </p:nvSpPr>
        <p:spPr>
          <a:xfrm>
            <a:off x="313920" y="268200"/>
            <a:ext cx="1267920" cy="1130400"/>
          </a:xfrm>
          <a:prstGeom prst="rect">
            <a:avLst/>
          </a:prstGeom>
          <a:noFill/>
          <a:ln w="0">
            <a:noFill/>
          </a:ln>
        </p:spPr>
        <p:txBody>
          <a:bodyPr lIns="91440" rIns="91440" tIns="91440" bIns="91440" anchor="ctr">
            <a:noAutofit/>
          </a:bodyPr>
          <a:p>
            <a:pPr indent="0" algn="ctr">
              <a:lnSpc>
                <a:spcPct val="100000"/>
              </a:lnSpc>
              <a:buNone/>
            </a:pPr>
            <a:r>
              <a:rPr b="0" lang="fr-FR" sz="8200" spc="-1" strike="noStrike">
                <a:solidFill>
                  <a:schemeClr val="lt1"/>
                </a:solidFill>
                <a:latin typeface="Bayon"/>
                <a:ea typeface="Bayon"/>
              </a:rPr>
              <a:t>xx%</a:t>
            </a:r>
            <a:endParaRPr b="0" lang="fr-FR" sz="8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D6F9C40E-3D65-4663-9AD1-0D6A1D55EE4E}"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CE986B04-57FC-4B20-B8AC-33D703134971}"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40" name="PlaceHolder 1"/>
          <p:cNvSpPr>
            <a:spLocks noGrp="1"/>
          </p:cNvSpPr>
          <p:nvPr>
            <p:ph type="title"/>
          </p:nvPr>
        </p:nvSpPr>
        <p:spPr>
          <a:xfrm>
            <a:off x="228600" y="308880"/>
            <a:ext cx="8686440" cy="69336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41" name="PlaceHolder 2"/>
          <p:cNvSpPr>
            <a:spLocks noGrp="1"/>
          </p:cNvSpPr>
          <p:nvPr>
            <p:ph type="body"/>
          </p:nvPr>
        </p:nvSpPr>
        <p:spPr>
          <a:xfrm>
            <a:off x="228600" y="910800"/>
            <a:ext cx="8686440" cy="322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61776E54-8639-493C-8F2A-BE6C9408D9C9}"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F3370FC8-5C38-488E-B868-BB767EB6D96F}"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49" name="PlaceHolder 1"/>
          <p:cNvSpPr>
            <a:spLocks noGrp="1"/>
          </p:cNvSpPr>
          <p:nvPr>
            <p:ph type="title"/>
          </p:nvPr>
        </p:nvSpPr>
        <p:spPr>
          <a:xfrm>
            <a:off x="228600" y="308880"/>
            <a:ext cx="8686440" cy="69336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0F1FE9EB-6BFB-47F4-A1D2-6A4FEA99C795}"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52" name="PlaceHolder 1"/>
          <p:cNvSpPr>
            <a:spLocks noGrp="1"/>
          </p:cNvSpPr>
          <p:nvPr>
            <p:ph type="title"/>
          </p:nvPr>
        </p:nvSpPr>
        <p:spPr>
          <a:xfrm>
            <a:off x="713160" y="529200"/>
            <a:ext cx="4644000" cy="1139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3"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06AD1EF8-EE82-4D6F-BFBF-1F647E03A5DC}" type="slidenum">
              <a:rPr b="0" lang="en" sz="1000" spc="-1" strike="noStrike">
                <a:solidFill>
                  <a:srgbClr val="2b292a"/>
                </a:solidFill>
                <a:latin typeface="Albert Sans"/>
                <a:ea typeface="Albert Sans"/>
              </a:rPr>
              <a:t>&lt;number&gt;</a:t>
            </a:fld>
            <a:endParaRPr b="0" lang="en-US" sz="1000" spc="-1" strike="noStrike">
              <a:solidFill>
                <a:srgbClr val="ffffff"/>
              </a:solidFill>
              <a:latin typeface="OpenSymbol"/>
            </a:endParaRPr>
          </a:p>
        </p:txBody>
      </p:sp>
      <p:sp>
        <p:nvSpPr>
          <p:cNvPr id="54" name="PlaceHolder 1"/>
          <p:cNvSpPr>
            <a:spLocks noGrp="1"/>
          </p:cNvSpPr>
          <p:nvPr>
            <p:ph type="title"/>
          </p:nvPr>
        </p:nvSpPr>
        <p:spPr>
          <a:xfrm>
            <a:off x="1053360" y="943560"/>
            <a:ext cx="7036920" cy="1163160"/>
          </a:xfrm>
          <a:prstGeom prst="rect">
            <a:avLst/>
          </a:prstGeom>
          <a:noFill/>
          <a:ln w="0">
            <a:noFill/>
          </a:ln>
        </p:spPr>
        <p:txBody>
          <a:bodyPr lIns="91440" rIns="91440" tIns="91440" bIns="91440" anchor="b">
            <a:noAutofit/>
          </a:bodyPr>
          <a:p>
            <a:pPr indent="0">
              <a:buNone/>
            </a:pPr>
            <a:r>
              <a:rPr b="0" lang="fr-FR" sz="8400" spc="-1" strike="noStrike">
                <a:solidFill>
                  <a:schemeClr val="dk1"/>
                </a:solidFill>
                <a:latin typeface="Arial"/>
              </a:rPr>
              <a:t>Click to edit the title text format</a:t>
            </a:r>
            <a:endParaRPr b="0" lang="fr-FR" sz="8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5"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F3424630-76F1-4D4E-9461-DB2BE88B6C2F}"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56" name="PlaceHolder 1"/>
          <p:cNvSpPr>
            <a:spLocks noGrp="1"/>
          </p:cNvSpPr>
          <p:nvPr>
            <p:ph type="title"/>
          </p:nvPr>
        </p:nvSpPr>
        <p:spPr>
          <a:xfrm>
            <a:off x="509760" y="3062520"/>
            <a:ext cx="6459120" cy="1782000"/>
          </a:xfrm>
          <a:prstGeom prst="rect">
            <a:avLst/>
          </a:prstGeom>
          <a:noFill/>
          <a:ln w="0">
            <a:noFill/>
          </a:ln>
        </p:spPr>
        <p:txBody>
          <a:bodyPr lIns="91440" rIns="91440" tIns="91440" bIns="91440" anchor="b">
            <a:noAutofit/>
          </a:bodyPr>
          <a:p>
            <a:pPr indent="0">
              <a:buNone/>
            </a:pPr>
            <a:r>
              <a:rPr b="0" lang="fr-FR" sz="11700" spc="-1" strike="noStrike">
                <a:solidFill>
                  <a:schemeClr val="dk1"/>
                </a:solidFill>
                <a:latin typeface="Arial"/>
              </a:rPr>
              <a:t>Click to edit the title text format</a:t>
            </a:r>
            <a:endParaRPr b="0" lang="fr-FR" sz="117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7" name="Google Shape;8;p1"/>
          <p:cNvSpPr/>
          <p:nvPr/>
        </p:nvSpPr>
        <p:spPr>
          <a:xfrm>
            <a:off x="8663040" y="4749840"/>
            <a:ext cx="322920" cy="31248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fld id="{6846D47C-DCA7-4686-B0E5-0D1117A4A826}" type="slidenum">
              <a:rPr b="0" lang="en" sz="1000" spc="-1" strike="noStrike">
                <a:solidFill>
                  <a:srgbClr val="2b292a"/>
                </a:solidFill>
                <a:latin typeface="Albert Sans"/>
                <a:ea typeface="Albert Sans"/>
              </a:rPr>
              <a:t>&lt;number&gt;</a:t>
            </a:fld>
            <a:endParaRPr b="0" lang="en-US" sz="1000" spc="-1" strike="noStrike">
              <a:solidFill>
                <a:srgbClr val="000000"/>
              </a:solidFill>
              <a:latin typeface="OpenSymbol"/>
            </a:endParaRPr>
          </a:p>
        </p:txBody>
      </p:sp>
      <p:sp>
        <p:nvSpPr>
          <p:cNvPr id="5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59" name="PlaceHolder 2"/>
          <p:cNvSpPr>
            <a:spLocks noGrp="1"/>
          </p:cNvSpPr>
          <p:nvPr>
            <p:ph type="title"/>
          </p:nvPr>
        </p:nvSpPr>
        <p:spPr>
          <a:xfrm>
            <a:off x="228600" y="238320"/>
            <a:ext cx="2957400" cy="461520"/>
          </a:xfrm>
          <a:prstGeom prst="rect">
            <a:avLst/>
          </a:prstGeom>
          <a:solidFill>
            <a:schemeClr val="dk1"/>
          </a:solidFill>
          <a:ln w="0">
            <a:noFill/>
          </a:ln>
        </p:spPr>
        <p:txBody>
          <a:bodyPr lIns="91440" rIns="91440" tIns="91440" bIns="91440" anchor="ctr">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0" name="Google Shape;74;p24"/>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2" name="Google Shape;77;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84;p26" descr=""/>
          <p:cNvPicPr/>
          <p:nvPr/>
        </p:nvPicPr>
        <p:blipFill>
          <a:blip r:embed="rId1"/>
          <a:srcRect l="13513" t="0" r="28908" b="0"/>
          <a:stretch/>
        </p:blipFill>
        <p:spPr>
          <a:xfrm>
            <a:off x="4871160" y="264600"/>
            <a:ext cx="3985920" cy="4613760"/>
          </a:xfrm>
          <a:prstGeom prst="rect">
            <a:avLst/>
          </a:prstGeom>
          <a:ln w="0">
            <a:noFill/>
          </a:ln>
        </p:spPr>
      </p:pic>
      <p:sp>
        <p:nvSpPr>
          <p:cNvPr id="66" name="PlaceHolder 1"/>
          <p:cNvSpPr>
            <a:spLocks noGrp="1"/>
          </p:cNvSpPr>
          <p:nvPr>
            <p:ph type="title"/>
          </p:nvPr>
        </p:nvSpPr>
        <p:spPr>
          <a:xfrm>
            <a:off x="228600" y="343080"/>
            <a:ext cx="4466880" cy="2285640"/>
          </a:xfrm>
          <a:prstGeom prst="rect">
            <a:avLst/>
          </a:prstGeom>
          <a:noFill/>
          <a:ln w="0">
            <a:noFill/>
          </a:ln>
        </p:spPr>
        <p:txBody>
          <a:bodyPr lIns="91440" rIns="91440" tIns="91440" bIns="91440" anchor="b">
            <a:normAutofit/>
          </a:bodyPr>
          <a:p>
            <a:pPr indent="0">
              <a:lnSpc>
                <a:spcPct val="100000"/>
              </a:lnSpc>
              <a:buNone/>
              <a:tabLst>
                <a:tab algn="l" pos="0"/>
              </a:tabLst>
            </a:pPr>
            <a:r>
              <a:rPr b="0" lang="en" sz="7200" spc="-1" strike="noStrike">
                <a:solidFill>
                  <a:schemeClr val="lt1"/>
                </a:solidFill>
                <a:latin typeface="Bayon"/>
                <a:ea typeface="Bayon"/>
              </a:rPr>
              <a:t>JavaScript</a:t>
            </a:r>
            <a:endParaRPr b="0" lang="fr-FR" sz="7200" spc="-1" strike="noStrike">
              <a:solidFill>
                <a:schemeClr val="dk1"/>
              </a:solidFill>
              <a:latin typeface="Arial"/>
            </a:endParaRPr>
          </a:p>
        </p:txBody>
      </p:sp>
      <p:sp>
        <p:nvSpPr>
          <p:cNvPr id="67" name="PlaceHolder 2"/>
          <p:cNvSpPr>
            <a:spLocks noGrp="1"/>
          </p:cNvSpPr>
          <p:nvPr>
            <p:ph type="subTitle"/>
          </p:nvPr>
        </p:nvSpPr>
        <p:spPr>
          <a:xfrm>
            <a:off x="228600" y="2629080"/>
            <a:ext cx="4466880" cy="224748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pc="-1" strike="noStrike">
                <a:solidFill>
                  <a:schemeClr val="lt1"/>
                </a:solidFill>
                <a:latin typeface="Albert Sans"/>
                <a:ea typeface="Albert Sans"/>
              </a:rPr>
              <a:t>A Beginner’s Guide to Understanding JavaScript</a:t>
            </a:r>
            <a:endParaRPr b="0" lang="en-US" sz="16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04720" y="266760"/>
            <a:ext cx="8133840" cy="609120"/>
          </a:xfrm>
          <a:prstGeom prst="rect">
            <a:avLst/>
          </a:prstGeom>
          <a:noFill/>
          <a:ln w="0">
            <a:noFill/>
          </a:ln>
        </p:spPr>
        <p:txBody>
          <a:bodyPr lIns="91440" rIns="91440" tIns="91440" bIns="91440" anchor="t">
            <a:normAutofit fontScale="84266"/>
          </a:bodyPr>
          <a:p>
            <a:pPr indent="0" algn="r">
              <a:lnSpc>
                <a:spcPct val="100000"/>
              </a:lnSpc>
              <a:buNone/>
              <a:tabLst>
                <a:tab algn="l" pos="0"/>
              </a:tabLst>
            </a:pPr>
            <a:r>
              <a:rPr b="0" lang="en" sz="3500" spc="-1" strike="noStrike">
                <a:solidFill>
                  <a:schemeClr val="dk1"/>
                </a:solidFill>
                <a:latin typeface="Bayon"/>
                <a:ea typeface="Bayon"/>
              </a:rPr>
              <a:t>Introduction</a:t>
            </a:r>
            <a:endParaRPr b="0" lang="fr-FR" sz="3500" spc="-1" strike="noStrike">
              <a:solidFill>
                <a:schemeClr val="dk1"/>
              </a:solidFill>
              <a:latin typeface="Arial"/>
            </a:endParaRPr>
          </a:p>
        </p:txBody>
      </p:sp>
      <p:sp>
        <p:nvSpPr>
          <p:cNvPr id="69" name="PlaceHolder 2"/>
          <p:cNvSpPr>
            <a:spLocks noGrp="1"/>
          </p:cNvSpPr>
          <p:nvPr>
            <p:ph type="subTitle"/>
          </p:nvPr>
        </p:nvSpPr>
        <p:spPr>
          <a:xfrm>
            <a:off x="504720" y="952560"/>
            <a:ext cx="8133840" cy="2552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This presentation will introduce you to JavaScript, its roles, and its importance in web development.</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04920" y="3848040"/>
            <a:ext cx="8115120" cy="952200"/>
          </a:xfrm>
          <a:prstGeom prst="rect">
            <a:avLst/>
          </a:prstGeom>
          <a:noFill/>
          <a:ln w="0">
            <a:noFill/>
          </a:ln>
        </p:spPr>
        <p:txBody>
          <a:bodyPr lIns="91440" rIns="91440" tIns="91440" bIns="91440" anchor="t">
            <a:normAutofit/>
          </a:bodyPr>
          <a:p>
            <a:pPr indent="0">
              <a:lnSpc>
                <a:spcPct val="100000"/>
              </a:lnSpc>
              <a:buNone/>
              <a:tabLst>
                <a:tab algn="l" pos="0"/>
              </a:tabLst>
            </a:pPr>
            <a:r>
              <a:rPr b="0" lang="en" sz="5000" spc="-1" strike="noStrike">
                <a:solidFill>
                  <a:schemeClr val="dk1"/>
                </a:solidFill>
                <a:latin typeface="Bayon"/>
                <a:ea typeface="Bayon"/>
              </a:rPr>
              <a:t>What is JavaScript?</a:t>
            </a:r>
            <a:endParaRPr b="0" lang="fr-FR" sz="5000" spc="-1" strike="noStrike">
              <a:solidFill>
                <a:schemeClr val="dk1"/>
              </a:solidFill>
              <a:latin typeface="Arial"/>
            </a:endParaRPr>
          </a:p>
        </p:txBody>
      </p:sp>
      <p:pic>
        <p:nvPicPr>
          <p:cNvPr id="71" name="Google Shape;137;p33" descr=""/>
          <p:cNvPicPr/>
          <p:nvPr/>
        </p:nvPicPr>
        <p:blipFill>
          <a:blip r:embed="rId1"/>
          <a:srcRect l="0" t="20033" r="0" b="20033"/>
          <a:stretch/>
        </p:blipFill>
        <p:spPr>
          <a:xfrm>
            <a:off x="304560" y="264600"/>
            <a:ext cx="8531640" cy="3579840"/>
          </a:xfrm>
          <a:prstGeom prst="rect">
            <a:avLst/>
          </a:prstGeom>
          <a:ln w="0">
            <a:noFill/>
          </a:ln>
        </p:spPr>
      </p:pic>
      <p:sp>
        <p:nvSpPr>
          <p:cNvPr id="72" name="PlaceHolder 2"/>
          <p:cNvSpPr>
            <a:spLocks noGrp="1"/>
          </p:cNvSpPr>
          <p:nvPr>
            <p:ph type="title"/>
          </p:nvPr>
        </p:nvSpPr>
        <p:spPr>
          <a:xfrm>
            <a:off x="7448400" y="266760"/>
            <a:ext cx="1333080" cy="109512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 sz="6000" spc="-1" strike="noStrike">
                <a:solidFill>
                  <a:schemeClr val="lt1"/>
                </a:solidFill>
                <a:latin typeface="Bayon"/>
                <a:ea typeface="Bayon"/>
              </a:rPr>
              <a:t>01</a:t>
            </a:r>
            <a:endParaRPr b="0" lang="fr-FR" sz="6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504720" y="266760"/>
            <a:ext cx="8133840" cy="609120"/>
          </a:xfrm>
          <a:prstGeom prst="rect">
            <a:avLst/>
          </a:prstGeom>
          <a:noFill/>
          <a:ln w="0">
            <a:noFill/>
          </a:ln>
        </p:spPr>
        <p:txBody>
          <a:bodyPr lIns="91440" rIns="91440" tIns="91440" bIns="91440" anchor="t">
            <a:normAutofit fontScale="84266"/>
          </a:bodyPr>
          <a:p>
            <a:pPr indent="0" algn="r">
              <a:lnSpc>
                <a:spcPct val="100000"/>
              </a:lnSpc>
              <a:buNone/>
              <a:tabLst>
                <a:tab algn="l" pos="0"/>
              </a:tabLst>
            </a:pPr>
            <a:r>
              <a:rPr b="0" lang="en" sz="3500" spc="-1" strike="noStrike">
                <a:solidFill>
                  <a:schemeClr val="dk1"/>
                </a:solidFill>
                <a:latin typeface="Bayon"/>
                <a:ea typeface="Bayon"/>
              </a:rPr>
              <a:t>Overview of JavaScript as a programming language</a:t>
            </a:r>
            <a:endParaRPr b="0" lang="fr-FR" sz="3500" spc="-1" strike="noStrike">
              <a:solidFill>
                <a:schemeClr val="dk1"/>
              </a:solidFill>
              <a:latin typeface="Arial"/>
            </a:endParaRPr>
          </a:p>
        </p:txBody>
      </p:sp>
      <p:sp>
        <p:nvSpPr>
          <p:cNvPr id="74" name="PlaceHolder 2"/>
          <p:cNvSpPr>
            <a:spLocks noGrp="1"/>
          </p:cNvSpPr>
          <p:nvPr>
            <p:ph type="subTitle"/>
          </p:nvPr>
        </p:nvSpPr>
        <p:spPr>
          <a:xfrm>
            <a:off x="504720" y="952560"/>
            <a:ext cx="8133840" cy="2552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JavaScript is a versatile programming language primarily used for creating interactive web content. It allows developers to implement complex features on web pages, enabling a dynamic experience for users. Unlike static HTML and CSS, JavaScript can respond to user events, manipulate the Document Object Model (DOM), and handle asynchronous operations, making it a key component of modern web development.</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171360"/>
            <a:ext cx="8629200" cy="885600"/>
          </a:xfrm>
          <a:prstGeom prst="rect">
            <a:avLst/>
          </a:prstGeom>
          <a:noFill/>
          <a:ln w="0">
            <a:noFill/>
          </a:ln>
        </p:spPr>
        <p:txBody>
          <a:bodyPr lIns="91440" rIns="91440" tIns="91440" bIns="91440" anchor="b">
            <a:normAutofit/>
          </a:bodyPr>
          <a:p>
            <a:pPr indent="0">
              <a:lnSpc>
                <a:spcPct val="100000"/>
              </a:lnSpc>
              <a:buNone/>
              <a:tabLst>
                <a:tab algn="l" pos="0"/>
              </a:tabLst>
            </a:pPr>
            <a:r>
              <a:rPr b="0" lang="en" sz="3500" spc="-1" strike="noStrike">
                <a:solidFill>
                  <a:schemeClr val="dk1"/>
                </a:solidFill>
                <a:latin typeface="Bayon"/>
                <a:ea typeface="Bayon"/>
              </a:rPr>
              <a:t>Usage in web development and its environment</a:t>
            </a:r>
            <a:endParaRPr b="0" lang="fr-FR" sz="3500" spc="-1" strike="noStrike">
              <a:solidFill>
                <a:schemeClr val="dk1"/>
              </a:solidFill>
              <a:latin typeface="Arial"/>
            </a:endParaRPr>
          </a:p>
        </p:txBody>
      </p:sp>
      <p:sp>
        <p:nvSpPr>
          <p:cNvPr id="76" name="PlaceHolder 2"/>
          <p:cNvSpPr>
            <a:spLocks noGrp="1"/>
          </p:cNvSpPr>
          <p:nvPr>
            <p:ph type="subTitle"/>
          </p:nvPr>
        </p:nvSpPr>
        <p:spPr>
          <a:xfrm>
            <a:off x="228600" y="1152360"/>
            <a:ext cx="4533480" cy="37238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JavaScript is essential for web development as it is executed in the browser, allowing real-time updates without the need to reload the web page. It works seamlessly with HTML and CSS to enhance the user interface and experience. JavaScript powers various features, including animations, form validations, and dynamic data loading from APIs, making it a cornerstone of front-end development.</a:t>
            </a:r>
            <a:endParaRPr b="0" lang="en-US" sz="1200" spc="-1" strike="noStrike">
              <a:solidFill>
                <a:srgbClr val="000000"/>
              </a:solidFill>
              <a:latin typeface="OpenSymbol"/>
            </a:endParaRPr>
          </a:p>
        </p:txBody>
      </p:sp>
      <p:pic>
        <p:nvPicPr>
          <p:cNvPr id="77" name="Google Shape;117;p30" descr=""/>
          <p:cNvPicPr/>
          <p:nvPr/>
        </p:nvPicPr>
        <p:blipFill>
          <a:blip r:embed="rId1"/>
          <a:srcRect l="25789" t="19264" r="25785" b="0"/>
          <a:stretch/>
        </p:blipFill>
        <p:spPr>
          <a:xfrm>
            <a:off x="4871160" y="1153440"/>
            <a:ext cx="3985560" cy="37249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504720" y="266760"/>
            <a:ext cx="8133840" cy="609120"/>
          </a:xfrm>
          <a:prstGeom prst="rect">
            <a:avLst/>
          </a:prstGeom>
          <a:noFill/>
          <a:ln w="0">
            <a:noFill/>
          </a:ln>
        </p:spPr>
        <p:txBody>
          <a:bodyPr lIns="91440" rIns="91440" tIns="91440" bIns="91440" anchor="t">
            <a:normAutofit fontScale="84266"/>
          </a:bodyPr>
          <a:p>
            <a:pPr indent="0" algn="r">
              <a:lnSpc>
                <a:spcPct val="100000"/>
              </a:lnSpc>
              <a:buNone/>
              <a:tabLst>
                <a:tab algn="l" pos="0"/>
              </a:tabLst>
            </a:pPr>
            <a:r>
              <a:rPr b="0" lang="en" sz="3500" spc="-1" strike="noStrike">
                <a:solidFill>
                  <a:schemeClr val="dk1"/>
                </a:solidFill>
                <a:latin typeface="Bayon"/>
                <a:ea typeface="Bayon"/>
              </a:rPr>
              <a:t>Role of JavaScript on client-side and server-side</a:t>
            </a:r>
            <a:endParaRPr b="0" lang="fr-FR" sz="3500" spc="-1" strike="noStrike">
              <a:solidFill>
                <a:schemeClr val="dk1"/>
              </a:solidFill>
              <a:latin typeface="Arial"/>
            </a:endParaRPr>
          </a:p>
        </p:txBody>
      </p:sp>
      <p:sp>
        <p:nvSpPr>
          <p:cNvPr id="79" name="PlaceHolder 2"/>
          <p:cNvSpPr>
            <a:spLocks noGrp="1"/>
          </p:cNvSpPr>
          <p:nvPr>
            <p:ph type="subTitle"/>
          </p:nvPr>
        </p:nvSpPr>
        <p:spPr>
          <a:xfrm>
            <a:off x="504720" y="952560"/>
            <a:ext cx="8133840" cy="2552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JavaScript plays a pivotal role on both the client-side and server-side of web development. On the client-side, it's responsible for creating interactive elements that engage users—think of dynamic forms, animations, and responsive designs. This allows websites to respond instantly to user actions without needing to refresh the page. On the server-side, JavaScript, particularly with frameworks like Node.js, helps manage backend processes including handling requests, accessing databases, and serving web content. This dual capability makes JavaScript a powerful tool in a developer's arsenal.</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Google Shape;100;p28" descr=""/>
          <p:cNvPicPr/>
          <p:nvPr/>
        </p:nvPicPr>
        <p:blipFill>
          <a:blip r:embed="rId1"/>
          <a:srcRect l="0" t="13555" r="0" b="13552"/>
          <a:stretch/>
        </p:blipFill>
        <p:spPr>
          <a:xfrm>
            <a:off x="313920" y="268200"/>
            <a:ext cx="4262040" cy="4660920"/>
          </a:xfrm>
          <a:prstGeom prst="rect">
            <a:avLst/>
          </a:prstGeom>
          <a:ln w="0">
            <a:noFill/>
          </a:ln>
        </p:spPr>
      </p:pic>
      <p:sp>
        <p:nvSpPr>
          <p:cNvPr id="81" name="PlaceHolder 1"/>
          <p:cNvSpPr>
            <a:spLocks noGrp="1"/>
          </p:cNvSpPr>
          <p:nvPr>
            <p:ph type="title"/>
          </p:nvPr>
        </p:nvSpPr>
        <p:spPr>
          <a:xfrm>
            <a:off x="4943520" y="266760"/>
            <a:ext cx="3800160" cy="3057120"/>
          </a:xfrm>
          <a:prstGeom prst="rect">
            <a:avLst/>
          </a:prstGeom>
          <a:noFill/>
          <a:ln w="0">
            <a:noFill/>
          </a:ln>
        </p:spPr>
        <p:txBody>
          <a:bodyPr lIns="91440" rIns="91440" tIns="91440" bIns="91440" anchor="t">
            <a:normAutofit/>
          </a:bodyPr>
          <a:p>
            <a:pPr indent="0">
              <a:lnSpc>
                <a:spcPct val="100000"/>
              </a:lnSpc>
              <a:buNone/>
              <a:tabLst>
                <a:tab algn="l" pos="0"/>
              </a:tabLst>
            </a:pPr>
            <a:r>
              <a:rPr b="0" lang="en" sz="6000" spc="-1" strike="noStrike">
                <a:solidFill>
                  <a:schemeClr val="dk1"/>
                </a:solidFill>
                <a:latin typeface="Bayon"/>
                <a:ea typeface="Bayon"/>
              </a:rPr>
              <a:t>Basic JavaScript Concepts</a:t>
            </a:r>
            <a:endParaRPr b="0" lang="fr-FR" sz="6000" spc="-1" strike="noStrike">
              <a:solidFill>
                <a:schemeClr val="dk1"/>
              </a:solidFill>
              <a:latin typeface="Arial"/>
            </a:endParaRPr>
          </a:p>
        </p:txBody>
      </p:sp>
      <p:sp>
        <p:nvSpPr>
          <p:cNvPr id="82" name="PlaceHolder 2"/>
          <p:cNvSpPr>
            <a:spLocks noGrp="1"/>
          </p:cNvSpPr>
          <p:nvPr>
            <p:ph type="title"/>
          </p:nvPr>
        </p:nvSpPr>
        <p:spPr>
          <a:xfrm>
            <a:off x="314280" y="266760"/>
            <a:ext cx="1266480" cy="1133280"/>
          </a:xfrm>
          <a:prstGeom prst="rect">
            <a:avLst/>
          </a:prstGeom>
          <a:noFill/>
          <a:ln w="0">
            <a:noFill/>
          </a:ln>
        </p:spPr>
        <p:txBody>
          <a:bodyPr lIns="91440" rIns="91440" tIns="91440" bIns="91440" anchor="ctr">
            <a:normAutofit fontScale="76457"/>
          </a:bodyPr>
          <a:p>
            <a:pPr indent="0" algn="ctr">
              <a:lnSpc>
                <a:spcPct val="100000"/>
              </a:lnSpc>
              <a:buNone/>
              <a:tabLst>
                <a:tab algn="l" pos="0"/>
              </a:tabLst>
            </a:pPr>
            <a:r>
              <a:rPr b="0" lang="en" sz="8200" spc="-1" strike="noStrike">
                <a:solidFill>
                  <a:schemeClr val="lt1"/>
                </a:solidFill>
                <a:latin typeface="Bayon"/>
                <a:ea typeface="Bayon"/>
              </a:rPr>
              <a:t>02</a:t>
            </a:r>
            <a:endParaRPr b="0" lang="fr-FR" sz="8200" spc="-1" strike="noStrike">
              <a:solidFill>
                <a:schemeClr val="dk1"/>
              </a:solidFill>
              <a:latin typeface="Arial"/>
            </a:endParaRPr>
          </a:p>
        </p:txBody>
      </p:sp>
      <p:sp>
        <p:nvSpPr>
          <p:cNvPr id="83" name="PlaceHolder 3"/>
          <p:cNvSpPr>
            <a:spLocks noGrp="1"/>
          </p:cNvSpPr>
          <p:nvPr>
            <p:ph type="subTitle"/>
          </p:nvPr>
        </p:nvSpPr>
        <p:spPr>
          <a:xfrm>
            <a:off x="5286240" y="3743280"/>
            <a:ext cx="3457080" cy="647280"/>
          </a:xfrm>
          <a:prstGeom prst="rect">
            <a:avLst/>
          </a:prstGeom>
          <a:noFill/>
          <a:ln w="0">
            <a:noFill/>
          </a:ln>
        </p:spPr>
        <p:txBody>
          <a:bodyPr lIns="91440" rIns="91440" tIns="91440" bIns="91440" anchor="t">
            <a:normAutofit/>
          </a:bodyPr>
          <a:p>
            <a:pPr indent="0" algn="ctr">
              <a:buNone/>
            </a:pPr>
            <a:endParaRPr b="0" lang="en-US" sz="1400" spc="-1" strike="noStrike">
              <a:solidFill>
                <a:schemeClr val="dk1"/>
              </a:solidFill>
              <a:latin typeface="Albert Sans"/>
              <a:ea typeface="Albert Sans"/>
            </a:endParaRPr>
          </a:p>
        </p:txBody>
      </p:sp>
      <p:cxnSp>
        <p:nvCxnSpPr>
          <p:cNvPr id="84" name="Google Shape;104;p28"/>
          <p:cNvCxnSpPr/>
          <p:nvPr/>
        </p:nvCxnSpPr>
        <p:spPr>
          <a:xfrm>
            <a:off x="5135400" y="3705840"/>
            <a:ext cx="360" cy="715320"/>
          </a:xfrm>
          <a:prstGeom prst="straightConnector1">
            <a:avLst/>
          </a:prstGeom>
          <a:ln w="19050">
            <a:solidFill>
              <a:srgbClr val="bfb67f"/>
            </a:solidFill>
            <a:roun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04720" y="266760"/>
            <a:ext cx="8133840" cy="609120"/>
          </a:xfrm>
          <a:prstGeom prst="rect">
            <a:avLst/>
          </a:prstGeom>
          <a:noFill/>
          <a:ln w="0">
            <a:noFill/>
          </a:ln>
        </p:spPr>
        <p:txBody>
          <a:bodyPr lIns="91440" rIns="91440" tIns="91440" bIns="91440" anchor="t">
            <a:normAutofit fontScale="84266"/>
          </a:bodyPr>
          <a:p>
            <a:pPr indent="0" algn="r">
              <a:lnSpc>
                <a:spcPct val="100000"/>
              </a:lnSpc>
              <a:buNone/>
              <a:tabLst>
                <a:tab algn="l" pos="0"/>
              </a:tabLst>
            </a:pPr>
            <a:r>
              <a:rPr b="0" lang="en" sz="3500" spc="-1" strike="noStrike">
                <a:solidFill>
                  <a:schemeClr val="dk1"/>
                </a:solidFill>
                <a:latin typeface="Bayon"/>
                <a:ea typeface="Bayon"/>
              </a:rPr>
              <a:t>Understanding variables: let, const, and var</a:t>
            </a:r>
            <a:endParaRPr b="0" lang="fr-FR" sz="3500" spc="-1" strike="noStrike">
              <a:solidFill>
                <a:schemeClr val="dk1"/>
              </a:solidFill>
              <a:latin typeface="Arial"/>
            </a:endParaRPr>
          </a:p>
        </p:txBody>
      </p:sp>
      <p:sp>
        <p:nvSpPr>
          <p:cNvPr id="86" name="PlaceHolder 2"/>
          <p:cNvSpPr>
            <a:spLocks noGrp="1"/>
          </p:cNvSpPr>
          <p:nvPr>
            <p:ph type="subTitle"/>
          </p:nvPr>
        </p:nvSpPr>
        <p:spPr>
          <a:xfrm>
            <a:off x="504720" y="952560"/>
            <a:ext cx="8133840" cy="2552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In JavaScript, variables are fundamental as they allow you to store data values. There are three keywords to declare variables: 'let', 'const', and 'var'. 'let' allows you to declare variables that can be reassigned later, keeping their scope within the block they are defined. 'const' is used for variables that should remain constant and cannot be reassigned, while 'var' declares a variable globally or throughout the function. Understanding the difference between these declarations is key to effective JavaScript coding.</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171360"/>
            <a:ext cx="8629200" cy="885600"/>
          </a:xfrm>
          <a:prstGeom prst="rect">
            <a:avLst/>
          </a:prstGeom>
          <a:noFill/>
          <a:ln w="0">
            <a:noFill/>
          </a:ln>
        </p:spPr>
        <p:txBody>
          <a:bodyPr lIns="91440" rIns="91440" tIns="91440" bIns="91440" anchor="b">
            <a:normAutofit/>
          </a:bodyPr>
          <a:p>
            <a:pPr indent="0">
              <a:lnSpc>
                <a:spcPct val="100000"/>
              </a:lnSpc>
              <a:buNone/>
              <a:tabLst>
                <a:tab algn="l" pos="0"/>
              </a:tabLst>
            </a:pPr>
            <a:r>
              <a:rPr b="0" lang="en" sz="3500" spc="-1" strike="noStrike">
                <a:solidFill>
                  <a:schemeClr val="dk1"/>
                </a:solidFill>
                <a:latin typeface="Bayon"/>
                <a:ea typeface="Bayon"/>
              </a:rPr>
              <a:t>Exploring data types: strings, numbers, arrays</a:t>
            </a:r>
            <a:endParaRPr b="0" lang="fr-FR" sz="3500" spc="-1" strike="noStrike">
              <a:solidFill>
                <a:schemeClr val="dk1"/>
              </a:solidFill>
              <a:latin typeface="Arial"/>
            </a:endParaRPr>
          </a:p>
        </p:txBody>
      </p:sp>
      <p:sp>
        <p:nvSpPr>
          <p:cNvPr id="88" name="PlaceHolder 2"/>
          <p:cNvSpPr>
            <a:spLocks noGrp="1"/>
          </p:cNvSpPr>
          <p:nvPr>
            <p:ph type="subTitle"/>
          </p:nvPr>
        </p:nvSpPr>
        <p:spPr>
          <a:xfrm>
            <a:off x="228600" y="1152360"/>
            <a:ext cx="4533480" cy="37238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JavaScript has several built-in data types, with the most common being strings, numbers, and arrays. Strings are sequences of characters used for text, numbers represent numerical values, and arrays are collections of items stored in a single variable. Arrays can hold multiple values, making them super handy for organizing and managing data. Recognizing and using these data types effectively is essential for writing efficient and effective JavaScript code.</a:t>
            </a:r>
            <a:endParaRPr b="0" lang="en-US" sz="1200" spc="-1" strike="noStrike">
              <a:solidFill>
                <a:srgbClr val="000000"/>
              </a:solidFill>
              <a:latin typeface="OpenSymbol"/>
            </a:endParaRPr>
          </a:p>
        </p:txBody>
      </p:sp>
      <p:pic>
        <p:nvPicPr>
          <p:cNvPr id="89" name="Google Shape;117;p30" descr=""/>
          <p:cNvPicPr/>
          <p:nvPr/>
        </p:nvPicPr>
        <p:blipFill>
          <a:blip r:embed="rId1"/>
          <a:srcRect l="25789" t="19264" r="25785" b="0"/>
          <a:stretch/>
        </p:blipFill>
        <p:spPr>
          <a:xfrm>
            <a:off x="4871160" y="1153440"/>
            <a:ext cx="3985560" cy="3724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504720" y="266760"/>
            <a:ext cx="8133840" cy="609120"/>
          </a:xfrm>
          <a:prstGeom prst="rect">
            <a:avLst/>
          </a:prstGeom>
          <a:noFill/>
          <a:ln w="0">
            <a:noFill/>
          </a:ln>
        </p:spPr>
        <p:txBody>
          <a:bodyPr lIns="91440" rIns="91440" tIns="91440" bIns="91440" anchor="t">
            <a:normAutofit fontScale="84266"/>
          </a:bodyPr>
          <a:p>
            <a:pPr indent="0" algn="r">
              <a:lnSpc>
                <a:spcPct val="100000"/>
              </a:lnSpc>
              <a:buNone/>
              <a:tabLst>
                <a:tab algn="l" pos="0"/>
              </a:tabLst>
            </a:pPr>
            <a:r>
              <a:rPr b="0" lang="en" sz="3500" spc="-1" strike="noStrike">
                <a:solidFill>
                  <a:schemeClr val="dk1"/>
                </a:solidFill>
                <a:latin typeface="Bayon"/>
                <a:ea typeface="Bayon"/>
              </a:rPr>
              <a:t>Introduction to functions with examples</a:t>
            </a:r>
            <a:endParaRPr b="0" lang="fr-FR" sz="3500" spc="-1" strike="noStrike">
              <a:solidFill>
                <a:schemeClr val="dk1"/>
              </a:solidFill>
              <a:latin typeface="Arial"/>
            </a:endParaRPr>
          </a:p>
        </p:txBody>
      </p:sp>
      <p:sp>
        <p:nvSpPr>
          <p:cNvPr id="91" name="PlaceHolder 2"/>
          <p:cNvSpPr>
            <a:spLocks noGrp="1"/>
          </p:cNvSpPr>
          <p:nvPr>
            <p:ph type="subTitle"/>
          </p:nvPr>
        </p:nvSpPr>
        <p:spPr>
          <a:xfrm>
            <a:off x="504720" y="952560"/>
            <a:ext cx="8133840" cy="2552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Functions in JavaScript are reusable blocks of code that perform specific tasks. They can take input (parameters), perform operations, and return output. For example, a simple function might add two numbers and return the result. Functions can be declared in several ways—function declarations, function expressions, or arrow functions. Utilizing functions not only makes your code cleaner but also enhances its modularity and clarity, allowing for easier debugging and maintenance.</a:t>
            </a:r>
            <a:endParaRPr b="0" lang="en-US" sz="12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8600" y="171360"/>
            <a:ext cx="8629200" cy="885600"/>
          </a:xfrm>
          <a:prstGeom prst="rect">
            <a:avLst/>
          </a:prstGeom>
          <a:noFill/>
          <a:ln w="0">
            <a:noFill/>
          </a:ln>
        </p:spPr>
        <p:txBody>
          <a:bodyPr lIns="91440" rIns="91440" tIns="91440" bIns="91440" anchor="b">
            <a:normAutofit/>
          </a:bodyPr>
          <a:p>
            <a:pPr indent="0">
              <a:lnSpc>
                <a:spcPct val="100000"/>
              </a:lnSpc>
              <a:buNone/>
              <a:tabLst>
                <a:tab algn="l" pos="0"/>
              </a:tabLst>
            </a:pPr>
            <a:r>
              <a:rPr b="0" lang="en" sz="3500" spc="-1" strike="noStrike">
                <a:solidFill>
                  <a:schemeClr val="dk1"/>
                </a:solidFill>
                <a:latin typeface="Bayon"/>
                <a:ea typeface="Bayon"/>
              </a:rPr>
              <a:t>Conclusions</a:t>
            </a:r>
            <a:endParaRPr b="0" lang="fr-FR" sz="3500" spc="-1" strike="noStrike">
              <a:solidFill>
                <a:schemeClr val="dk1"/>
              </a:solidFill>
              <a:latin typeface="Arial"/>
            </a:endParaRPr>
          </a:p>
        </p:txBody>
      </p:sp>
      <p:sp>
        <p:nvSpPr>
          <p:cNvPr id="93" name="PlaceHolder 2"/>
          <p:cNvSpPr>
            <a:spLocks noGrp="1"/>
          </p:cNvSpPr>
          <p:nvPr>
            <p:ph type="subTitle"/>
          </p:nvPr>
        </p:nvSpPr>
        <p:spPr>
          <a:xfrm>
            <a:off x="228600" y="1152360"/>
            <a:ext cx="4533480" cy="37238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JavaScript is a vital tool in the world of web development, bridging the gap between the client-side and server-side functionalities. By understanding its basic concepts, such as variables, data types, and functions, you’ll be well-equipped to start your journey in creating interactive and dynamic web applications. Remember, practice is key—experiment with code, build small projects, and engage with the coding community to hone your skills!</a:t>
            </a:r>
            <a:endParaRPr b="0" lang="en-US" sz="1200" spc="-1" strike="noStrike">
              <a:solidFill>
                <a:srgbClr val="000000"/>
              </a:solidFill>
              <a:latin typeface="OpenSymbol"/>
            </a:endParaRPr>
          </a:p>
        </p:txBody>
      </p:sp>
      <p:pic>
        <p:nvPicPr>
          <p:cNvPr id="94" name="Google Shape;117;p30" descr=""/>
          <p:cNvPicPr/>
          <p:nvPr/>
        </p:nvPicPr>
        <p:blipFill>
          <a:blip r:embed="rId1"/>
          <a:srcRect l="25789" t="19264" r="25785" b="0"/>
          <a:stretch/>
        </p:blipFill>
        <p:spPr>
          <a:xfrm>
            <a:off x="4871160" y="1153440"/>
            <a:ext cx="3985560" cy="37249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28600" y="228600"/>
            <a:ext cx="6105240" cy="1447560"/>
          </a:xfrm>
          <a:prstGeom prst="rect">
            <a:avLst/>
          </a:prstGeom>
          <a:noFill/>
          <a:ln w="0">
            <a:noFill/>
          </a:ln>
        </p:spPr>
        <p:txBody>
          <a:bodyPr lIns="91440" rIns="91440" tIns="91440" bIns="91440" anchor="b">
            <a:normAutofit/>
          </a:bodyPr>
          <a:p>
            <a:pPr indent="0">
              <a:lnSpc>
                <a:spcPct val="100000"/>
              </a:lnSpc>
              <a:buNone/>
              <a:tabLst>
                <a:tab algn="l" pos="0"/>
              </a:tabLst>
            </a:pPr>
            <a:r>
              <a:rPr b="0" lang="en" sz="8200" spc="-1" strike="noStrike">
                <a:solidFill>
                  <a:schemeClr val="dk1"/>
                </a:solidFill>
                <a:latin typeface="Bayon"/>
                <a:ea typeface="Bayon"/>
              </a:rPr>
              <a:t>Thank you!</a:t>
            </a:r>
            <a:endParaRPr b="0" lang="fr-FR" sz="8200" spc="-1" strike="noStrike">
              <a:solidFill>
                <a:schemeClr val="dk1"/>
              </a:solidFill>
              <a:latin typeface="Arial"/>
            </a:endParaRPr>
          </a:p>
        </p:txBody>
      </p:sp>
      <p:sp>
        <p:nvSpPr>
          <p:cNvPr id="96" name="PlaceHolder 2"/>
          <p:cNvSpPr>
            <a:spLocks noGrp="1"/>
          </p:cNvSpPr>
          <p:nvPr>
            <p:ph type="subTitle"/>
          </p:nvPr>
        </p:nvSpPr>
        <p:spPr>
          <a:xfrm>
            <a:off x="228600" y="1533600"/>
            <a:ext cx="3800160" cy="1056960"/>
          </a:xfrm>
          <a:prstGeom prst="rect">
            <a:avLst/>
          </a:prstGeom>
          <a:noFill/>
          <a:ln w="0">
            <a:noFill/>
          </a:ln>
        </p:spPr>
        <p:txBody>
          <a:bodyPr lIns="91440" rIns="91440" tIns="91440" bIns="91440" anchor="ctr">
            <a:normAutofit/>
          </a:bodyPr>
          <a:p>
            <a:pPr indent="0">
              <a:lnSpc>
                <a:spcPct val="100000"/>
              </a:lnSpc>
              <a:buNone/>
              <a:tabLst>
                <a:tab algn="l" pos="0"/>
              </a:tabLst>
            </a:pPr>
            <a:r>
              <a:rPr b="1" lang="en" sz="1600" spc="-1" strike="noStrike">
                <a:solidFill>
                  <a:schemeClr val="dk1"/>
                </a:solidFill>
                <a:latin typeface="Albert Sans"/>
                <a:ea typeface="Albert Sans"/>
              </a:rPr>
              <a:t>Do you have any questions?</a:t>
            </a:r>
            <a:endParaRPr b="0" lang="en-US" sz="1600" spc="-1" strike="noStrike">
              <a:solidFill>
                <a:srgbClr val="000000"/>
              </a:solidFill>
              <a:latin typeface="OpenSymbol"/>
            </a:endParaRPr>
          </a:p>
        </p:txBody>
      </p:sp>
      <p:sp>
        <p:nvSpPr>
          <p:cNvPr id="97" name="Google Shape;170;p38"/>
          <p:cNvSpPr/>
          <p:nvPr/>
        </p:nvSpPr>
        <p:spPr>
          <a:xfrm>
            <a:off x="3971880" y="4295880"/>
            <a:ext cx="4152600" cy="256680"/>
          </a:xfrm>
          <a:prstGeom prst="rect">
            <a:avLst/>
          </a:prstGeom>
          <a:noFill/>
          <a:ln w="0">
            <a:noFill/>
          </a:ln>
        </p:spPr>
        <p:style>
          <a:lnRef idx="0"/>
          <a:fillRef idx="0"/>
          <a:effectRef idx="0"/>
          <a:fontRef idx="minor"/>
        </p:style>
        <p:txBody>
          <a:bodyPr lIns="870823080" rIns="870823080" tIns="128520" bIns="128520" anchor="t">
            <a:normAutofit/>
          </a:bodyPr>
          <a:p>
            <a:pPr defTabSz="914400">
              <a:lnSpc>
                <a:spcPct val="100000"/>
              </a:lnSpc>
              <a:tabLst>
                <a:tab algn="l" pos="0"/>
              </a:tabLst>
            </a:pPr>
            <a:r>
              <a:rPr b="0" lang="en" sz="1200" spc="-1" strike="noStrike">
                <a:solidFill>
                  <a:schemeClr val="dk1"/>
                </a:solidFill>
                <a:latin typeface="Arial"/>
              </a:rPr>
              <a:t>+91 620 421 838</a:t>
            </a:r>
            <a:endParaRPr b="0" lang="en-US" sz="1200" spc="-1" strike="noStrike">
              <a:solidFill>
                <a:srgbClr val="000000"/>
              </a:solidFill>
              <a:latin typeface="OpenSymbol"/>
            </a:endParaRPr>
          </a:p>
        </p:txBody>
      </p:sp>
      <p:grpSp>
        <p:nvGrpSpPr>
          <p:cNvPr id="98" name="Google Shape;171;p38"/>
          <p:cNvGrpSpPr/>
          <p:nvPr/>
        </p:nvGrpSpPr>
        <p:grpSpPr>
          <a:xfrm>
            <a:off x="5389560" y="3461040"/>
            <a:ext cx="257760" cy="257760"/>
            <a:chOff x="5389560" y="3461040"/>
            <a:chExt cx="257760" cy="257760"/>
          </a:xfrm>
        </p:grpSpPr>
        <p:sp>
          <p:nvSpPr>
            <p:cNvPr id="99" name="Google Shape;172;p38"/>
            <p:cNvSpPr/>
            <p:nvPr/>
          </p:nvSpPr>
          <p:spPr>
            <a:xfrm>
              <a:off x="5462280" y="3524040"/>
              <a:ext cx="112320" cy="132120"/>
            </a:xfrm>
            <a:custGeom>
              <a:avLst/>
              <a:gdLst>
                <a:gd name="textAreaLeft" fmla="*/ 0 w 112320"/>
                <a:gd name="textAreaRight" fmla="*/ 112680 w 112320"/>
                <a:gd name="textAreaTop" fmla="*/ 0 h 132120"/>
                <a:gd name="textAreaBottom" fmla="*/ 132480 h 132120"/>
              </a:gdLst>
              <a:ahLst/>
              <a:rect l="textAreaLeft" t="textAreaTop" r="textAreaRight" b="textAreaBottom"/>
              <a:pathLst>
                <a:path w="1496854" h="1758990">
                  <a:moveTo>
                    <a:pt x="0" y="0"/>
                  </a:moveTo>
                  <a:lnTo>
                    <a:pt x="1229717" y="1758990"/>
                  </a:lnTo>
                  <a:lnTo>
                    <a:pt x="1496855" y="1758990"/>
                  </a:lnTo>
                  <a:lnTo>
                    <a:pt x="267166" y="0"/>
                  </a:lnTo>
                  <a:lnTo>
                    <a:pt x="0" y="0"/>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0" name="Google Shape;173;p38"/>
            <p:cNvSpPr/>
            <p:nvPr/>
          </p:nvSpPr>
          <p:spPr>
            <a:xfrm>
              <a:off x="5389560" y="3461040"/>
              <a:ext cx="257760" cy="257760"/>
            </a:xfrm>
            <a:custGeom>
              <a:avLst/>
              <a:gdLst>
                <a:gd name="textAreaLeft" fmla="*/ 0 w 257760"/>
                <a:gd name="textAreaRight" fmla="*/ 258120 w 257760"/>
                <a:gd name="textAreaTop" fmla="*/ 0 h 257760"/>
                <a:gd name="textAreaBottom" fmla="*/ 258120 h 257760"/>
              </a:gdLst>
              <a:ahLst/>
              <a:rect l="textAreaLeft" t="textAreaTop" r="textAreaRight" b="textAreaBottom"/>
              <a:pathLst>
                <a:path w="3429000" h="3429000">
                  <a:moveTo>
                    <a:pt x="1714500" y="0"/>
                  </a:moveTo>
                  <a:cubicBezTo>
                    <a:pt x="767627" y="0"/>
                    <a:pt x="0" y="767627"/>
                    <a:pt x="0" y="1714500"/>
                  </a:cubicBezTo>
                  <a:cubicBezTo>
                    <a:pt x="0" y="2661374"/>
                    <a:pt x="767627" y="3429000"/>
                    <a:pt x="1714500" y="3429000"/>
                  </a:cubicBezTo>
                  <a:cubicBezTo>
                    <a:pt x="2661374" y="3429000"/>
                    <a:pt x="3429000" y="2661374"/>
                    <a:pt x="3429000" y="1714500"/>
                  </a:cubicBezTo>
                  <a:cubicBezTo>
                    <a:pt x="3429000" y="767627"/>
                    <a:pt x="2661374" y="0"/>
                    <a:pt x="1714500" y="0"/>
                  </a:cubicBezTo>
                  <a:close/>
                  <a:moveTo>
                    <a:pt x="2113209" y="2721067"/>
                  </a:moveTo>
                  <a:lnTo>
                    <a:pt x="1575663" y="1938768"/>
                  </a:lnTo>
                  <a:lnTo>
                    <a:pt x="902663" y="2721067"/>
                  </a:lnTo>
                  <a:lnTo>
                    <a:pt x="728725" y="2721067"/>
                  </a:lnTo>
                  <a:lnTo>
                    <a:pt x="1498448" y="1826397"/>
                  </a:lnTo>
                  <a:lnTo>
                    <a:pt x="728725" y="706173"/>
                  </a:lnTo>
                  <a:lnTo>
                    <a:pt x="1315791" y="706173"/>
                  </a:lnTo>
                  <a:lnTo>
                    <a:pt x="1824804" y="1446971"/>
                  </a:lnTo>
                  <a:lnTo>
                    <a:pt x="2462089" y="706173"/>
                  </a:lnTo>
                  <a:lnTo>
                    <a:pt x="2635998" y="706173"/>
                  </a:lnTo>
                  <a:lnTo>
                    <a:pt x="1902047" y="1559343"/>
                  </a:lnTo>
                  <a:lnTo>
                    <a:pt x="1901991" y="1559343"/>
                  </a:lnTo>
                  <a:lnTo>
                    <a:pt x="2700247" y="2721067"/>
                  </a:lnTo>
                  <a:lnTo>
                    <a:pt x="2113181" y="2721067"/>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101" name="Google Shape;174;p38"/>
          <p:cNvGrpSpPr/>
          <p:nvPr/>
        </p:nvGrpSpPr>
        <p:grpSpPr>
          <a:xfrm>
            <a:off x="4075920" y="3467160"/>
            <a:ext cx="238320" cy="238320"/>
            <a:chOff x="4075920" y="3467160"/>
            <a:chExt cx="238320" cy="238320"/>
          </a:xfrm>
        </p:grpSpPr>
        <p:sp>
          <p:nvSpPr>
            <p:cNvPr id="102" name="Google Shape;175;p38"/>
            <p:cNvSpPr/>
            <p:nvPr/>
          </p:nvSpPr>
          <p:spPr>
            <a:xfrm>
              <a:off x="4188960" y="3508920"/>
              <a:ext cx="81360" cy="196560"/>
            </a:xfrm>
            <a:custGeom>
              <a:avLst/>
              <a:gdLst>
                <a:gd name="textAreaLeft" fmla="*/ 0 w 81360"/>
                <a:gd name="textAreaRight" fmla="*/ 81720 w 81360"/>
                <a:gd name="textAreaTop" fmla="*/ 0 h 196560"/>
                <a:gd name="textAreaBottom" fmla="*/ 196920 h 196560"/>
              </a:gdLst>
              <a:ah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3" name="Google Shape;176;p38"/>
            <p:cNvSpPr/>
            <p:nvPr/>
          </p:nvSpPr>
          <p:spPr>
            <a:xfrm>
              <a:off x="4075920" y="3467160"/>
              <a:ext cx="238320" cy="238320"/>
            </a:xfrm>
            <a:custGeom>
              <a:avLst/>
              <a:gdLst>
                <a:gd name="textAreaLeft" fmla="*/ 0 w 238320"/>
                <a:gd name="textAreaRight" fmla="*/ 238680 w 238320"/>
                <a:gd name="textAreaTop" fmla="*/ 0 h 238320"/>
                <a:gd name="textAreaBottom" fmla="*/ 238680 h 238320"/>
              </a:gdLst>
              <a:ah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104" name="Google Shape;177;p38"/>
          <p:cNvGrpSpPr/>
          <p:nvPr/>
        </p:nvGrpSpPr>
        <p:grpSpPr>
          <a:xfrm>
            <a:off x="4947120" y="3467160"/>
            <a:ext cx="238320" cy="238320"/>
            <a:chOff x="4947120" y="3467160"/>
            <a:chExt cx="238320" cy="238320"/>
          </a:xfrm>
        </p:grpSpPr>
        <p:sp>
          <p:nvSpPr>
            <p:cNvPr id="105" name="Google Shape;178;p38"/>
            <p:cNvSpPr/>
            <p:nvPr/>
          </p:nvSpPr>
          <p:spPr>
            <a:xfrm>
              <a:off x="4996440" y="3509640"/>
              <a:ext cx="13680" cy="13680"/>
            </a:xfrm>
            <a:custGeom>
              <a:avLst/>
              <a:gdLst>
                <a:gd name="textAreaLeft" fmla="*/ 0 w 13680"/>
                <a:gd name="textAreaRight" fmla="*/ 14040 w 13680"/>
                <a:gd name="textAreaTop" fmla="*/ 0 h 13680"/>
                <a:gd name="textAreaBottom" fmla="*/ 14040 h 13680"/>
              </a:gdLst>
              <a:ah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6" name="Google Shape;179;p38"/>
            <p:cNvSpPr/>
            <p:nvPr/>
          </p:nvSpPr>
          <p:spPr>
            <a:xfrm>
              <a:off x="4947120" y="3467160"/>
              <a:ext cx="238320" cy="238320"/>
            </a:xfrm>
            <a:custGeom>
              <a:avLst/>
              <a:gdLst>
                <a:gd name="textAreaLeft" fmla="*/ 0 w 238320"/>
                <a:gd name="textAreaRight" fmla="*/ 238680 w 238320"/>
                <a:gd name="textAreaTop" fmla="*/ 0 h 238320"/>
                <a:gd name="textAreaBottom" fmla="*/ 238680 h 238320"/>
              </a:gdLst>
              <a:ah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7" name="Google Shape;180;p38"/>
            <p:cNvSpPr/>
            <p:nvPr/>
          </p:nvSpPr>
          <p:spPr>
            <a:xfrm>
              <a:off x="5052600" y="3565440"/>
              <a:ext cx="83520" cy="97920"/>
            </a:xfrm>
            <a:custGeom>
              <a:avLst/>
              <a:gdLst>
                <a:gd name="textAreaLeft" fmla="*/ 0 w 83520"/>
                <a:gd name="textAreaRight" fmla="*/ 83880 w 83520"/>
                <a:gd name="textAreaTop" fmla="*/ 0 h 97920"/>
                <a:gd name="textAreaBottom" fmla="*/ 98280 h 97920"/>
              </a:gdLst>
              <a:ah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w="0">
              <a:noFill/>
            </a:ln>
          </p:spPr>
          <p:style>
            <a:lnRef idx="0"/>
            <a:fillRef idx="0"/>
            <a:effectRef idx="0"/>
            <a:fontRef idx="minor"/>
          </p:style>
          <p:txBody>
            <a:bodyPr tIns="48960" bIns="4896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8" name="Google Shape;181;p38"/>
            <p:cNvSpPr/>
            <p:nvPr/>
          </p:nvSpPr>
          <p:spPr>
            <a:xfrm>
              <a:off x="4996440" y="3565440"/>
              <a:ext cx="13680" cy="97560"/>
            </a:xfrm>
            <a:custGeom>
              <a:avLst/>
              <a:gdLst>
                <a:gd name="textAreaLeft" fmla="*/ 0 w 13680"/>
                <a:gd name="textAreaRight" fmla="*/ 14040 w 13680"/>
                <a:gd name="textAreaTop" fmla="*/ 0 h 97560"/>
                <a:gd name="textAreaBottom" fmla="*/ 97920 h 97560"/>
              </a:gdLst>
              <a:ahLst/>
              <a:rect l="textAreaLeft" t="textAreaTop" r="textAreaRight" b="textAreaBottom"/>
              <a:pathLst>
                <a:path w="1119" h="7820">
                  <a:moveTo>
                    <a:pt x="0" y="0"/>
                  </a:moveTo>
                  <a:lnTo>
                    <a:pt x="0" y="7819"/>
                  </a:lnTo>
                  <a:lnTo>
                    <a:pt x="1118" y="7819"/>
                  </a:lnTo>
                  <a:lnTo>
                    <a:pt x="1118" y="0"/>
                  </a:lnTo>
                  <a:close/>
                </a:path>
              </a:pathLst>
            </a:custGeom>
            <a:solidFill>
              <a:schemeClr val="dk1"/>
            </a:solidFill>
            <a:ln w="0">
              <a:noFill/>
            </a:ln>
          </p:spPr>
          <p:style>
            <a:lnRef idx="0"/>
            <a:fillRef idx="0"/>
            <a:effectRef idx="0"/>
            <a:fontRef idx="minor"/>
          </p:style>
          <p:txBody>
            <a:bodyPr tIns="48960" bIns="48960" anchor="ctr">
              <a:noAutofit/>
            </a:bodyPr>
            <a:p>
              <a:pPr defTabSz="914400">
                <a:lnSpc>
                  <a:spcPct val="100000"/>
                </a:lnSpc>
                <a:tabLst>
                  <a:tab algn="l" pos="0"/>
                </a:tabLst>
              </a:pPr>
              <a:endParaRPr b="0" lang="en-US" sz="1800" spc="-1" strike="noStrike">
                <a:solidFill>
                  <a:srgbClr val="ffffff"/>
                </a:solidFill>
                <a:latin typeface="OpenSymbol"/>
              </a:endParaRPr>
            </a:p>
          </p:txBody>
        </p:sp>
      </p:grpSp>
      <p:grpSp>
        <p:nvGrpSpPr>
          <p:cNvPr id="109" name="Google Shape;182;p38"/>
          <p:cNvGrpSpPr/>
          <p:nvPr/>
        </p:nvGrpSpPr>
        <p:grpSpPr>
          <a:xfrm>
            <a:off x="4510440" y="3467160"/>
            <a:ext cx="238320" cy="238320"/>
            <a:chOff x="4510440" y="3467160"/>
            <a:chExt cx="238320" cy="238320"/>
          </a:xfrm>
        </p:grpSpPr>
        <p:sp>
          <p:nvSpPr>
            <p:cNvPr id="110" name="Google Shape;183;p38"/>
            <p:cNvSpPr/>
            <p:nvPr/>
          </p:nvSpPr>
          <p:spPr>
            <a:xfrm>
              <a:off x="4552920" y="3509640"/>
              <a:ext cx="153360" cy="153360"/>
            </a:xfrm>
            <a:custGeom>
              <a:avLst/>
              <a:gdLst>
                <a:gd name="textAreaLeft" fmla="*/ 0 w 153360"/>
                <a:gd name="textAreaRight" fmla="*/ 153720 w 153360"/>
                <a:gd name="textAreaTop" fmla="*/ 0 h 153360"/>
                <a:gd name="textAreaBottom" fmla="*/ 153720 h 153360"/>
              </a:gdLst>
              <a:ah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w="0">
              <a:noFill/>
            </a:ln>
          </p:spPr>
          <p:style>
            <a:lnRef idx="0"/>
            <a:fillRef idx="0"/>
            <a:effectRef idx="0"/>
            <a:fontRef idx="minor"/>
          </p:style>
          <p:txBody>
            <a:bodyPr tIns="76680" bIns="7668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11" name="Google Shape;184;p38"/>
            <p:cNvSpPr/>
            <p:nvPr/>
          </p:nvSpPr>
          <p:spPr>
            <a:xfrm>
              <a:off x="4594680" y="3551400"/>
              <a:ext cx="69480" cy="69480"/>
            </a:xfrm>
            <a:custGeom>
              <a:avLst/>
              <a:gdLst>
                <a:gd name="textAreaLeft" fmla="*/ 0 w 69480"/>
                <a:gd name="textAreaRight" fmla="*/ 69840 w 69480"/>
                <a:gd name="textAreaTop" fmla="*/ 0 h 69480"/>
                <a:gd name="textAreaBottom" fmla="*/ 69840 h 69480"/>
              </a:gdLst>
              <a:ah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w="0">
              <a:noFill/>
            </a:ln>
          </p:spPr>
          <p:style>
            <a:lnRef idx="0"/>
            <a:fillRef idx="0"/>
            <a:effectRef idx="0"/>
            <a:fontRef idx="minor"/>
          </p:style>
          <p:txBody>
            <a:bodyPr tIns="34920" bIns="3492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12" name="Google Shape;185;p38"/>
            <p:cNvSpPr/>
            <p:nvPr/>
          </p:nvSpPr>
          <p:spPr>
            <a:xfrm>
              <a:off x="4510440" y="3467160"/>
              <a:ext cx="238320" cy="238320"/>
            </a:xfrm>
            <a:custGeom>
              <a:avLst/>
              <a:gdLst>
                <a:gd name="textAreaLeft" fmla="*/ 0 w 238320"/>
                <a:gd name="textAreaRight" fmla="*/ 238680 w 238320"/>
                <a:gd name="textAreaTop" fmla="*/ 0 h 238320"/>
                <a:gd name="textAreaBottom" fmla="*/ 238680 h 238320"/>
              </a:gdLst>
              <a:ah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cxnSp>
        <p:nvCxnSpPr>
          <p:cNvPr id="113" name="Google Shape;186;p38"/>
          <p:cNvCxnSpPr/>
          <p:nvPr/>
        </p:nvCxnSpPr>
        <p:spPr>
          <a:xfrm>
            <a:off x="3851640" y="3461040"/>
            <a:ext cx="360" cy="1148760"/>
          </a:xfrm>
          <a:prstGeom prst="straightConnector1">
            <a:avLst/>
          </a:prstGeom>
          <a:ln w="19050">
            <a:solidFill>
              <a:srgbClr val="bfb67f"/>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nline Newspaper by Slidesgo">
  <a:themeElements>
    <a:clrScheme name="Simple Light">
      <a:dk1>
        <a:srgbClr val="2b292a"/>
      </a:dk1>
      <a:lt1>
        <a:srgbClr val="fffaf3"/>
      </a:lt1>
      <a:dk2>
        <a:srgbClr val="bfb67f"/>
      </a:dk2>
      <a:lt2>
        <a:srgbClr val="ffffff"/>
      </a:lt2>
      <a:accent1>
        <a:srgbClr val="ffffff"/>
      </a:accent1>
      <a:accent2>
        <a:srgbClr val="ffffff"/>
      </a:accent2>
      <a:accent3>
        <a:srgbClr val="ffffff"/>
      </a:accent3>
      <a:accent4>
        <a:srgbClr val="ffffff"/>
      </a:accent4>
      <a:accent5>
        <a:srgbClr val="ffffff"/>
      </a:accent5>
      <a:accent6>
        <a:srgbClr val="ffffff"/>
      </a:accent6>
      <a:hlink>
        <a:srgbClr val="2b29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2025-05-07T08:58:13Z</dcterms:created>
  <dc:creator>Unknown Creator</dc:creator>
  <dc:description/>
  <dc:language>en-US</dc:language>
  <cp:lastModifiedBy>Unknown Creator</cp:lastModifiedBy>
  <dcterms:modified xsi:type="dcterms:W3CDTF">2025-05-07T08:58:13Z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